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5" r:id="rId7"/>
    <p:sldId id="267" r:id="rId8"/>
    <p:sldId id="266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5C80-B59C-8A08-F534-8D068E69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8E2C1-F492-9460-E3E9-FBE65CC15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462CF-DE3A-4E75-9CAE-7672F4E9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46168-A37E-9FF4-4C24-476E720D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2B325-45E4-C86B-5CAC-337943D9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5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B508-3E91-9822-3506-F5CA0631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7D34-9C0C-C55F-800D-D4FA6401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1F2D0-72DF-2136-D1D8-D01EA34F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7ECEE-5C82-DD03-E1D0-5B3B97FC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B5CE0-7117-AEA8-63D0-DD260D1D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5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142E-0C6D-590C-5834-6A913A8A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156CD-775D-6F7E-7E79-FB5FBF669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3015E-319E-95A8-C645-0C016289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9467-D225-89B0-A53D-8F951A46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1F8A0-EBC9-2A98-B2BD-CEF21D4F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2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A1F9-8169-F7A8-EDC2-E8D54633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DCB0-E534-4D5A-880A-862307A41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27E5F-FF4C-4589-E4DE-77A6D5CD7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0E268-534E-57E3-818A-1CC91306C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9BD67-9EB8-7CD2-83BD-2E520AA7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EA17D-AB35-D740-5E10-8A466E2E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3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B2BD-51A3-CDD2-E42B-3594131E9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D3BB2-2618-2063-3E4E-BEDC1A7A9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CBD40-1019-89C3-B6E4-D28BA9B5A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465FE-2A99-18D3-D1A1-ABB9FD3B3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F63CC-518D-5442-44D6-506534CF9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F1A59-180B-049F-D7F4-766FF8BB3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10B37-7ADA-6947-0592-9FA933DB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17C9D-85EE-BA77-ED55-CC6D291F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7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5C88-0637-8131-FB96-E551B79D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FEC30-F9F2-14E6-DD84-2EECFC14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9650F-F2CE-0491-E12D-31459833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533CF-DC15-D6B9-4119-A23DD40C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79474-A9A4-40A2-F01D-3ACC00D2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D4962-C63C-422C-EA6D-97D1879B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C9F8-CCC3-C6E9-E963-9E496E6F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D6DE-63CD-26CE-F268-3CAC2D06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62E4-0AA2-E9A9-5410-F7A69210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0E8F4-9FB9-0B99-8B5B-B531309B6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9DE50-CAE9-4E0E-0199-6124C7E04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51569-FDCD-8B2A-42E1-7ADEB9E6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06FB4-7FC8-EFA9-2FE2-159FA008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1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149B-C3A9-DC36-91DA-1FC48533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FFAB5-4E6E-7909-700B-8AA863D86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C54D-B3ED-208A-13EE-6E9828335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7CF57-DB7A-64B6-97AD-95661344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1C534-EDFF-34E2-CF84-9297113F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20202-93E0-81E4-7CDE-846A2119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A52A-244A-F27B-AC01-732648BD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51E58-07BD-3CC5-CCFF-7AAEAA396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258B-BF6B-CF91-21FC-8CAD27F6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0E259-2E9D-866E-BB7E-AE53E060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1299-FF98-BD83-9D79-2E6C374E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0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E3BC7-FA53-F561-5AC6-6275E2607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4DB69-EDA7-121A-0939-F34CD9F1C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034A-8E3B-2506-2C3D-C4AD40D1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237D-04E4-0516-B98D-BFDB4189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B9B1B-D126-C85A-FA51-0916ECC2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4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46C6D-B090-EEF8-9A08-A4F4CABB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7F803-56F2-AF26-0A04-A72C7D38F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928F9-EB27-F6BB-E348-AC27923BE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2F47F-0AA9-401B-B4D5-955ED0519A1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3E04-A19C-44C8-8A0C-476377BB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24764-3F52-D529-46C6-4C6E31303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F551E-0AB4-4E5A-95A3-61C28909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7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F464A47-738E-9C03-5B09-7E88A14BC864}"/>
              </a:ext>
            </a:extLst>
          </p:cNvPr>
          <p:cNvGrpSpPr/>
          <p:nvPr/>
        </p:nvGrpSpPr>
        <p:grpSpPr>
          <a:xfrm>
            <a:off x="6250541" y="1569875"/>
            <a:ext cx="1647825" cy="1182655"/>
            <a:chOff x="7267575" y="571500"/>
            <a:chExt cx="1647825" cy="1182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9070B7-B908-45D2-353C-769FC5D01CB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23E792-4090-E347-C5E3-70A0039263B5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BD106F4-1EA2-C42D-C2DA-095B58115DDD}"/>
              </a:ext>
            </a:extLst>
          </p:cNvPr>
          <p:cNvSpPr/>
          <p:nvPr/>
        </p:nvSpPr>
        <p:spPr>
          <a:xfrm>
            <a:off x="2262384" y="1793810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B2E822-C2A0-2919-674B-E9B4F108418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29610" y="2081893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7B035-E607-BFC5-43CB-9DA1878BEA6E}"/>
              </a:ext>
            </a:extLst>
          </p:cNvPr>
          <p:cNvSpPr/>
          <p:nvPr/>
        </p:nvSpPr>
        <p:spPr>
          <a:xfrm>
            <a:off x="2259421" y="2551727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4893E-D44A-9F2E-ACA6-6E061293204E}"/>
              </a:ext>
            </a:extLst>
          </p:cNvPr>
          <p:cNvSpPr/>
          <p:nvPr/>
        </p:nvSpPr>
        <p:spPr>
          <a:xfrm>
            <a:off x="2256460" y="334210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B491F-59FC-9158-BF50-58BE7E00A609}"/>
              </a:ext>
            </a:extLst>
          </p:cNvPr>
          <p:cNvSpPr txBox="1"/>
          <p:nvPr/>
        </p:nvSpPr>
        <p:spPr>
          <a:xfrm>
            <a:off x="7708448" y="1775734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16F57-1ACD-1C94-0EFB-1D214F0BCA50}"/>
              </a:ext>
            </a:extLst>
          </p:cNvPr>
          <p:cNvSpPr txBox="1"/>
          <p:nvPr/>
        </p:nvSpPr>
        <p:spPr>
          <a:xfrm>
            <a:off x="7501521" y="2367061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6DCF93-412E-0F52-FE2A-C8CB2986F6C0}"/>
              </a:ext>
            </a:extLst>
          </p:cNvPr>
          <p:cNvCxnSpPr>
            <a:cxnSpLocks/>
          </p:cNvCxnSpPr>
          <p:nvPr/>
        </p:nvCxnSpPr>
        <p:spPr>
          <a:xfrm flipV="1">
            <a:off x="3629610" y="2350925"/>
            <a:ext cx="2435288" cy="401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DBDEEC-4D3D-5C6F-680C-8C5C1E7AAE76}"/>
              </a:ext>
            </a:extLst>
          </p:cNvPr>
          <p:cNvCxnSpPr>
            <a:cxnSpLocks/>
          </p:cNvCxnSpPr>
          <p:nvPr/>
        </p:nvCxnSpPr>
        <p:spPr>
          <a:xfrm flipV="1">
            <a:off x="4301412" y="2621902"/>
            <a:ext cx="1698172" cy="974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EAC02F-4A27-BDF6-FBFF-6C970F724457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18057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A63DC-DC00-656A-8372-89B86A7F3810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insert_at_current</a:t>
            </a:r>
            <a:r>
              <a:rPr lang="en-US" b="1" dirty="0"/>
              <a:t>(“apple”)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954455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1178390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466473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D97E2F-D604-0AD9-662C-0B6DB5787055}"/>
              </a:ext>
            </a:extLst>
          </p:cNvPr>
          <p:cNvSpPr/>
          <p:nvPr/>
        </p:nvSpPr>
        <p:spPr>
          <a:xfrm>
            <a:off x="509686" y="2966372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1940299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1160314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1751641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5FC767-4821-45D7-4410-56197DE58F48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876912" y="3247262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42877" y="1735505"/>
            <a:ext cx="1668631" cy="492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2576427"/>
            <a:ext cx="1647825" cy="1182655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55750" y="2782286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373613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0457" y="2006482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9391FBD6-3792-CC83-D333-F1D4DD5FA0DE}"/>
              </a:ext>
            </a:extLst>
          </p:cNvPr>
          <p:cNvSpPr/>
          <p:nvPr/>
        </p:nvSpPr>
        <p:spPr>
          <a:xfrm flipH="1">
            <a:off x="7121978" y="3034706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29C907-C51F-2BA1-6BEE-D3BBAF758A37}"/>
              </a:ext>
            </a:extLst>
          </p:cNvPr>
          <p:cNvSpPr txBox="1"/>
          <p:nvPr/>
        </p:nvSpPr>
        <p:spPr>
          <a:xfrm>
            <a:off x="7709035" y="2896206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</p:spTree>
    <p:extLst>
      <p:ext uri="{BB962C8B-B14F-4D97-AF65-F5344CB8AC3E}">
        <p14:creationId xmlns:p14="http://schemas.microsoft.com/office/powerpoint/2010/main" val="19871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826338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1050273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338356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509686" y="178087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1032197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1623524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54638" y="1576082"/>
            <a:ext cx="1668631" cy="492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2448310"/>
            <a:ext cx="1647825" cy="1182655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55750" y="2654169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24549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0457" y="1878365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7ADAC4E-2472-3605-7EDB-13FBB1383915}"/>
              </a:ext>
            </a:extLst>
          </p:cNvPr>
          <p:cNvSpPr/>
          <p:nvPr/>
        </p:nvSpPr>
        <p:spPr>
          <a:xfrm>
            <a:off x="497925" y="4622639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E6D41C-C0E7-6D91-95D9-A1D4E9A7EBCB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865151" y="4903529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D4B2C2-85BD-6807-EEDC-381D12CDCE1E}"/>
              </a:ext>
            </a:extLst>
          </p:cNvPr>
          <p:cNvGrpSpPr/>
          <p:nvPr/>
        </p:nvGrpSpPr>
        <p:grpSpPr>
          <a:xfrm>
            <a:off x="4486082" y="4232694"/>
            <a:ext cx="1647825" cy="1182655"/>
            <a:chOff x="7267575" y="571500"/>
            <a:chExt cx="1647825" cy="11826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C9215B-E463-DDB4-CAA9-967C49364735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67CA94-D4A1-3D51-EA88-D12345155D22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7F6410F-650D-AECC-F68C-DADCF8F09E54}"/>
              </a:ext>
            </a:extLst>
          </p:cNvPr>
          <p:cNvSpPr txBox="1"/>
          <p:nvPr/>
        </p:nvSpPr>
        <p:spPr>
          <a:xfrm>
            <a:off x="5943989" y="4438553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55B2E-129B-DC56-C2E5-7382F0E94C38}"/>
              </a:ext>
            </a:extLst>
          </p:cNvPr>
          <p:cNvSpPr txBox="1"/>
          <p:nvPr/>
        </p:nvSpPr>
        <p:spPr>
          <a:xfrm>
            <a:off x="5737062" y="5029880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84236" y="3429000"/>
            <a:ext cx="0" cy="80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7177962" y="2838835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765019" y="2700335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insert_at_current</a:t>
            </a:r>
            <a:r>
              <a:rPr lang="en-US" b="1" dirty="0"/>
              <a:t>(“banana”)</a:t>
            </a:r>
          </a:p>
        </p:txBody>
      </p:sp>
    </p:spTree>
    <p:extLst>
      <p:ext uri="{BB962C8B-B14F-4D97-AF65-F5344CB8AC3E}">
        <p14:creationId xmlns:p14="http://schemas.microsoft.com/office/powerpoint/2010/main" val="307412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826338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1050273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338356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264854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1032197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1623524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</p:cNvCxnSpPr>
          <p:nvPr/>
        </p:nvCxnSpPr>
        <p:spPr>
          <a:xfrm flipV="1">
            <a:off x="2542877" y="2936628"/>
            <a:ext cx="1769323" cy="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2448310"/>
            <a:ext cx="1647825" cy="1182655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55750" y="2654169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24549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0457" y="1878365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7ADAC4E-2472-3605-7EDB-13FBB1383915}"/>
              </a:ext>
            </a:extLst>
          </p:cNvPr>
          <p:cNvSpPr/>
          <p:nvPr/>
        </p:nvSpPr>
        <p:spPr>
          <a:xfrm>
            <a:off x="497925" y="4622639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E6D41C-C0E7-6D91-95D9-A1D4E9A7EBCB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865151" y="4903529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D4B2C2-85BD-6807-EEDC-381D12CDCE1E}"/>
              </a:ext>
            </a:extLst>
          </p:cNvPr>
          <p:cNvGrpSpPr/>
          <p:nvPr/>
        </p:nvGrpSpPr>
        <p:grpSpPr>
          <a:xfrm>
            <a:off x="4486082" y="4232694"/>
            <a:ext cx="1647825" cy="1182655"/>
            <a:chOff x="7267575" y="571500"/>
            <a:chExt cx="1647825" cy="11826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C9215B-E463-DDB4-CAA9-967C49364735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67CA94-D4A1-3D51-EA88-D12345155D22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7F6410F-650D-AECC-F68C-DADCF8F09E54}"/>
              </a:ext>
            </a:extLst>
          </p:cNvPr>
          <p:cNvSpPr txBox="1"/>
          <p:nvPr/>
        </p:nvSpPr>
        <p:spPr>
          <a:xfrm>
            <a:off x="5943989" y="4438553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55B2E-129B-DC56-C2E5-7382F0E94C38}"/>
              </a:ext>
            </a:extLst>
          </p:cNvPr>
          <p:cNvSpPr txBox="1"/>
          <p:nvPr/>
        </p:nvSpPr>
        <p:spPr>
          <a:xfrm>
            <a:off x="5737062" y="5029880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84236" y="3517641"/>
            <a:ext cx="0" cy="715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7133053" y="4718863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720110" y="4580363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advance_current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7598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619866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84380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131884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2373242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825725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1417052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</p:cNvCxnSpPr>
          <p:nvPr/>
        </p:nvCxnSpPr>
        <p:spPr>
          <a:xfrm flipV="1">
            <a:off x="2542877" y="2661324"/>
            <a:ext cx="1769323" cy="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2173006"/>
            <a:ext cx="1647825" cy="1182655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55750" y="2378865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2970192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4168" y="1667016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D4B2C2-85BD-6807-EEDC-381D12CDCE1E}"/>
              </a:ext>
            </a:extLst>
          </p:cNvPr>
          <p:cNvGrpSpPr/>
          <p:nvPr/>
        </p:nvGrpSpPr>
        <p:grpSpPr>
          <a:xfrm>
            <a:off x="4486082" y="3780408"/>
            <a:ext cx="1647825" cy="1182655"/>
            <a:chOff x="7267575" y="571500"/>
            <a:chExt cx="1647825" cy="11826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C9215B-E463-DDB4-CAA9-967C49364735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67CA94-D4A1-3D51-EA88-D12345155D22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7F6410F-650D-AECC-F68C-DADCF8F09E54}"/>
              </a:ext>
            </a:extLst>
          </p:cNvPr>
          <p:cNvSpPr txBox="1"/>
          <p:nvPr/>
        </p:nvSpPr>
        <p:spPr>
          <a:xfrm>
            <a:off x="5943989" y="3986267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55B2E-129B-DC56-C2E5-7382F0E94C38}"/>
              </a:ext>
            </a:extLst>
          </p:cNvPr>
          <p:cNvSpPr txBox="1"/>
          <p:nvPr/>
        </p:nvSpPr>
        <p:spPr>
          <a:xfrm>
            <a:off x="5737062" y="4577594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63969" y="3234813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7133053" y="4266577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720110" y="4128077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Push_back</a:t>
            </a:r>
            <a:r>
              <a:rPr lang="en-US" b="1" dirty="0"/>
              <a:t>(“orange”)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F6B0DA-2D2E-0F96-C83A-6FAA681AE0EE}"/>
              </a:ext>
            </a:extLst>
          </p:cNvPr>
          <p:cNvSpPr/>
          <p:nvPr/>
        </p:nvSpPr>
        <p:spPr>
          <a:xfrm>
            <a:off x="497925" y="572816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72415C-CBDB-DE11-F413-3A61EA0628C6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865151" y="6009051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A4A485-E19A-5700-2606-99D451218A5F}"/>
              </a:ext>
            </a:extLst>
          </p:cNvPr>
          <p:cNvGrpSpPr/>
          <p:nvPr/>
        </p:nvGrpSpPr>
        <p:grpSpPr>
          <a:xfrm>
            <a:off x="4486082" y="5338216"/>
            <a:ext cx="1647825" cy="1182655"/>
            <a:chOff x="7267575" y="571500"/>
            <a:chExt cx="1647825" cy="118265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A4B97B-C014-55B8-D4D9-58AF59FF680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“orange”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8E639C-7FC0-AE7D-88BA-DA6F02DAD841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90ABD8D-32E5-AD58-E0F7-0DFF8A0BFC07}"/>
              </a:ext>
            </a:extLst>
          </p:cNvPr>
          <p:cNvSpPr txBox="1"/>
          <p:nvPr/>
        </p:nvSpPr>
        <p:spPr>
          <a:xfrm>
            <a:off x="5943989" y="5544075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EFE25-2792-7AF8-2674-7951CA0506CC}"/>
              </a:ext>
            </a:extLst>
          </p:cNvPr>
          <p:cNvSpPr txBox="1"/>
          <p:nvPr/>
        </p:nvSpPr>
        <p:spPr>
          <a:xfrm>
            <a:off x="5737062" y="6135402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862523-C750-75E6-8D42-6CEFED6DF4F6}"/>
              </a:ext>
            </a:extLst>
          </p:cNvPr>
          <p:cNvCxnSpPr>
            <a:cxnSpLocks/>
          </p:cNvCxnSpPr>
          <p:nvPr/>
        </p:nvCxnSpPr>
        <p:spPr>
          <a:xfrm>
            <a:off x="5263969" y="4920042"/>
            <a:ext cx="0" cy="49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7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619867"/>
            <a:ext cx="1647825" cy="925744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84380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131884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336210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706002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691036" y="117195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42877" y="3621058"/>
            <a:ext cx="1769323" cy="2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3058482"/>
            <a:ext cx="1647825" cy="835176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43988" y="3126810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567188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D4B2C2-85BD-6807-EEDC-381D12CDCE1E}"/>
              </a:ext>
            </a:extLst>
          </p:cNvPr>
          <p:cNvGrpSpPr/>
          <p:nvPr/>
        </p:nvGrpSpPr>
        <p:grpSpPr>
          <a:xfrm>
            <a:off x="4497843" y="4267017"/>
            <a:ext cx="1647825" cy="855501"/>
            <a:chOff x="7267575" y="571500"/>
            <a:chExt cx="1647825" cy="11826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C9215B-E463-DDB4-CAA9-967C49364735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67CA94-D4A1-3D51-EA88-D12345155D22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7F6410F-650D-AECC-F68C-DADCF8F09E54}"/>
              </a:ext>
            </a:extLst>
          </p:cNvPr>
          <p:cNvSpPr txBox="1"/>
          <p:nvPr/>
        </p:nvSpPr>
        <p:spPr>
          <a:xfrm>
            <a:off x="5955750" y="4367644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55B2E-129B-DC56-C2E5-7382F0E94C38}"/>
              </a:ext>
            </a:extLst>
          </p:cNvPr>
          <p:cNvSpPr txBox="1"/>
          <p:nvPr/>
        </p:nvSpPr>
        <p:spPr>
          <a:xfrm>
            <a:off x="5748823" y="4832008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43701" y="3784922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7016518" y="4570287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603575" y="4431787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push_front</a:t>
            </a:r>
            <a:r>
              <a:rPr lang="en-US" b="1" dirty="0"/>
              <a:t>(“strawberry”)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F6B0DA-2D2E-0F96-C83A-6FAA681AE0EE}"/>
              </a:ext>
            </a:extLst>
          </p:cNvPr>
          <p:cNvSpPr/>
          <p:nvPr/>
        </p:nvSpPr>
        <p:spPr>
          <a:xfrm>
            <a:off x="509686" y="590415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72415C-CBDB-DE11-F413-3A61EA0628C6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876912" y="6185041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A4A485-E19A-5700-2606-99D451218A5F}"/>
              </a:ext>
            </a:extLst>
          </p:cNvPr>
          <p:cNvGrpSpPr/>
          <p:nvPr/>
        </p:nvGrpSpPr>
        <p:grpSpPr>
          <a:xfrm>
            <a:off x="4497843" y="5514206"/>
            <a:ext cx="1647825" cy="1182655"/>
            <a:chOff x="7267575" y="571500"/>
            <a:chExt cx="1647825" cy="118265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A4B97B-C014-55B8-D4D9-58AF59FF680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“orange”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8E639C-7FC0-AE7D-88BA-DA6F02DAD841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90ABD8D-32E5-AD58-E0F7-0DFF8A0BFC07}"/>
              </a:ext>
            </a:extLst>
          </p:cNvPr>
          <p:cNvSpPr txBox="1"/>
          <p:nvPr/>
        </p:nvSpPr>
        <p:spPr>
          <a:xfrm>
            <a:off x="5955750" y="5720065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EFE25-2792-7AF8-2674-7951CA0506CC}"/>
              </a:ext>
            </a:extLst>
          </p:cNvPr>
          <p:cNvSpPr txBox="1"/>
          <p:nvPr/>
        </p:nvSpPr>
        <p:spPr>
          <a:xfrm>
            <a:off x="5748823" y="6311392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862523-C750-75E6-8D42-6CEFED6DF4F6}"/>
              </a:ext>
            </a:extLst>
          </p:cNvPr>
          <p:cNvCxnSpPr>
            <a:cxnSpLocks/>
          </p:cNvCxnSpPr>
          <p:nvPr/>
        </p:nvCxnSpPr>
        <p:spPr>
          <a:xfrm>
            <a:off x="5297779" y="5016674"/>
            <a:ext cx="0" cy="49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5AE74-BE1C-C0D9-BC7F-9CBC90CF407A}"/>
              </a:ext>
            </a:extLst>
          </p:cNvPr>
          <p:cNvGrpSpPr/>
          <p:nvPr/>
        </p:nvGrpSpPr>
        <p:grpSpPr>
          <a:xfrm>
            <a:off x="4440056" y="1920764"/>
            <a:ext cx="1647825" cy="800008"/>
            <a:chOff x="7267575" y="571500"/>
            <a:chExt cx="1647825" cy="118265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A0FE20-7FED-52B5-C326-316E9357E38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“strawberry”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DE3152-96E8-808E-A7AE-492305C444E8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BF67658-50B8-2316-5FD9-A7303C9AC407}"/>
              </a:ext>
            </a:extLst>
          </p:cNvPr>
          <p:cNvSpPr txBox="1"/>
          <p:nvPr/>
        </p:nvSpPr>
        <p:spPr>
          <a:xfrm>
            <a:off x="5899080" y="1998038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EA3C48-309A-230E-2195-476E63BDB569}"/>
              </a:ext>
            </a:extLst>
          </p:cNvPr>
          <p:cNvSpPr txBox="1"/>
          <p:nvPr/>
        </p:nvSpPr>
        <p:spPr>
          <a:xfrm>
            <a:off x="5691036" y="238340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695041-8CB0-D2F3-CC0E-885C7E4466E3}"/>
              </a:ext>
            </a:extLst>
          </p:cNvPr>
          <p:cNvCxnSpPr>
            <a:cxnSpLocks/>
          </p:cNvCxnSpPr>
          <p:nvPr/>
        </p:nvCxnSpPr>
        <p:spPr>
          <a:xfrm>
            <a:off x="5263969" y="2609322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84236" y="1388429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7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619867"/>
            <a:ext cx="1647825" cy="925744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84380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131884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336210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706002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691036" y="117195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42877" y="3621058"/>
            <a:ext cx="1769323" cy="2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3058482"/>
            <a:ext cx="1647825" cy="835176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43988" y="3126810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567188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43701" y="3784922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7095533" y="4756572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682590" y="4618072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Remove_at_current</a:t>
            </a:r>
            <a:r>
              <a:rPr lang="en-US" b="1" dirty="0"/>
              <a:t>()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F6B0DA-2D2E-0F96-C83A-6FAA681AE0EE}"/>
              </a:ext>
            </a:extLst>
          </p:cNvPr>
          <p:cNvSpPr/>
          <p:nvPr/>
        </p:nvSpPr>
        <p:spPr>
          <a:xfrm>
            <a:off x="472166" y="4688238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72415C-CBDB-DE11-F413-3A61EA0628C6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839392" y="4969128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A4A485-E19A-5700-2606-99D451218A5F}"/>
              </a:ext>
            </a:extLst>
          </p:cNvPr>
          <p:cNvGrpSpPr/>
          <p:nvPr/>
        </p:nvGrpSpPr>
        <p:grpSpPr>
          <a:xfrm>
            <a:off x="4460323" y="4298293"/>
            <a:ext cx="1647825" cy="1182655"/>
            <a:chOff x="7267575" y="571500"/>
            <a:chExt cx="1647825" cy="118265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A4B97B-C014-55B8-D4D9-58AF59FF680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“orange”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8E639C-7FC0-AE7D-88BA-DA6F02DAD841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90ABD8D-32E5-AD58-E0F7-0DFF8A0BFC07}"/>
              </a:ext>
            </a:extLst>
          </p:cNvPr>
          <p:cNvSpPr txBox="1"/>
          <p:nvPr/>
        </p:nvSpPr>
        <p:spPr>
          <a:xfrm>
            <a:off x="5918230" y="4504152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EFE25-2792-7AF8-2674-7951CA0506CC}"/>
              </a:ext>
            </a:extLst>
          </p:cNvPr>
          <p:cNvSpPr txBox="1"/>
          <p:nvPr/>
        </p:nvSpPr>
        <p:spPr>
          <a:xfrm>
            <a:off x="5711303" y="5095479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5AE74-BE1C-C0D9-BC7F-9CBC90CF407A}"/>
              </a:ext>
            </a:extLst>
          </p:cNvPr>
          <p:cNvGrpSpPr/>
          <p:nvPr/>
        </p:nvGrpSpPr>
        <p:grpSpPr>
          <a:xfrm>
            <a:off x="4440056" y="1920764"/>
            <a:ext cx="1647825" cy="800008"/>
            <a:chOff x="7267575" y="571500"/>
            <a:chExt cx="1647825" cy="118265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A0FE20-7FED-52B5-C326-316E9357E38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“strawberry”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DE3152-96E8-808E-A7AE-492305C444E8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BF67658-50B8-2316-5FD9-A7303C9AC407}"/>
              </a:ext>
            </a:extLst>
          </p:cNvPr>
          <p:cNvSpPr txBox="1"/>
          <p:nvPr/>
        </p:nvSpPr>
        <p:spPr>
          <a:xfrm>
            <a:off x="5899080" y="1998038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EA3C48-309A-230E-2195-476E63BDB569}"/>
              </a:ext>
            </a:extLst>
          </p:cNvPr>
          <p:cNvSpPr txBox="1"/>
          <p:nvPr/>
        </p:nvSpPr>
        <p:spPr>
          <a:xfrm>
            <a:off x="5691036" y="238340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695041-8CB0-D2F3-CC0E-885C7E4466E3}"/>
              </a:ext>
            </a:extLst>
          </p:cNvPr>
          <p:cNvCxnSpPr>
            <a:cxnSpLocks/>
          </p:cNvCxnSpPr>
          <p:nvPr/>
        </p:nvCxnSpPr>
        <p:spPr>
          <a:xfrm>
            <a:off x="5263969" y="2609322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84236" y="1388429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04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619867"/>
            <a:ext cx="1647825" cy="925744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843801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131884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47637" y="185263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706002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691036" y="117195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492589" y="1171956"/>
            <a:ext cx="1853001" cy="968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3058482"/>
            <a:ext cx="1647825" cy="835176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43988" y="3126810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3567188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78D484-FE37-35F3-E5D5-EC2EEFEECF2D}"/>
              </a:ext>
            </a:extLst>
          </p:cNvPr>
          <p:cNvSpPr/>
          <p:nvPr/>
        </p:nvSpPr>
        <p:spPr>
          <a:xfrm flipH="1">
            <a:off x="6959848" y="2095811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18AFF-5415-A957-4528-CCACD8EC5033}"/>
              </a:ext>
            </a:extLst>
          </p:cNvPr>
          <p:cNvSpPr txBox="1"/>
          <p:nvPr/>
        </p:nvSpPr>
        <p:spPr>
          <a:xfrm>
            <a:off x="7546905" y="1957311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Rewind()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F6B0DA-2D2E-0F96-C83A-6FAA681AE0EE}"/>
              </a:ext>
            </a:extLst>
          </p:cNvPr>
          <p:cNvSpPr/>
          <p:nvPr/>
        </p:nvSpPr>
        <p:spPr>
          <a:xfrm>
            <a:off x="516470" y="4933406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72415C-CBDB-DE11-F413-3A61EA0628C6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883696" y="5214296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A4A485-E19A-5700-2606-99D451218A5F}"/>
              </a:ext>
            </a:extLst>
          </p:cNvPr>
          <p:cNvGrpSpPr/>
          <p:nvPr/>
        </p:nvGrpSpPr>
        <p:grpSpPr>
          <a:xfrm>
            <a:off x="4504627" y="4543461"/>
            <a:ext cx="1647825" cy="1182655"/>
            <a:chOff x="7267575" y="571500"/>
            <a:chExt cx="1647825" cy="118265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A4B97B-C014-55B8-D4D9-58AF59FF680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“orange”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8E639C-7FC0-AE7D-88BA-DA6F02DAD841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90ABD8D-32E5-AD58-E0F7-0DFF8A0BFC07}"/>
              </a:ext>
            </a:extLst>
          </p:cNvPr>
          <p:cNvSpPr txBox="1"/>
          <p:nvPr/>
        </p:nvSpPr>
        <p:spPr>
          <a:xfrm>
            <a:off x="5962534" y="4749320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EFE25-2792-7AF8-2674-7951CA0506CC}"/>
              </a:ext>
            </a:extLst>
          </p:cNvPr>
          <p:cNvSpPr txBox="1"/>
          <p:nvPr/>
        </p:nvSpPr>
        <p:spPr>
          <a:xfrm>
            <a:off x="5755607" y="5340647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5AE74-BE1C-C0D9-BC7F-9CBC90CF407A}"/>
              </a:ext>
            </a:extLst>
          </p:cNvPr>
          <p:cNvGrpSpPr/>
          <p:nvPr/>
        </p:nvGrpSpPr>
        <p:grpSpPr>
          <a:xfrm>
            <a:off x="4440056" y="1920764"/>
            <a:ext cx="1647825" cy="800008"/>
            <a:chOff x="7267575" y="571500"/>
            <a:chExt cx="1647825" cy="118265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A0FE20-7FED-52B5-C326-316E9357E38D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“strawberry”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DE3152-96E8-808E-A7AE-492305C444E8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BF67658-50B8-2316-5FD9-A7303C9AC407}"/>
              </a:ext>
            </a:extLst>
          </p:cNvPr>
          <p:cNvSpPr txBox="1"/>
          <p:nvPr/>
        </p:nvSpPr>
        <p:spPr>
          <a:xfrm>
            <a:off x="5899080" y="1998038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EA3C48-309A-230E-2195-476E63BDB569}"/>
              </a:ext>
            </a:extLst>
          </p:cNvPr>
          <p:cNvSpPr txBox="1"/>
          <p:nvPr/>
        </p:nvSpPr>
        <p:spPr>
          <a:xfrm>
            <a:off x="5691036" y="238340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695041-8CB0-D2F3-CC0E-885C7E4466E3}"/>
              </a:ext>
            </a:extLst>
          </p:cNvPr>
          <p:cNvCxnSpPr>
            <a:cxnSpLocks/>
          </p:cNvCxnSpPr>
          <p:nvPr/>
        </p:nvCxnSpPr>
        <p:spPr>
          <a:xfrm>
            <a:off x="5263969" y="2609322"/>
            <a:ext cx="20267" cy="4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84236" y="1388429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2610CA0-BA99-2E8E-C6A5-2B6ABED0CE74}"/>
              </a:ext>
            </a:extLst>
          </p:cNvPr>
          <p:cNvCxnSpPr>
            <a:cxnSpLocks/>
            <a:stCxn id="31" idx="2"/>
            <a:endCxn id="46" idx="0"/>
          </p:cNvCxnSpPr>
          <p:nvPr/>
        </p:nvCxnSpPr>
        <p:spPr>
          <a:xfrm>
            <a:off x="5321756" y="3893658"/>
            <a:ext cx="6784" cy="649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04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F464A47-738E-9C03-5B09-7E88A14BC864}"/>
              </a:ext>
            </a:extLst>
          </p:cNvPr>
          <p:cNvGrpSpPr/>
          <p:nvPr/>
        </p:nvGrpSpPr>
        <p:grpSpPr>
          <a:xfrm>
            <a:off x="6250541" y="1569875"/>
            <a:ext cx="1647825" cy="1182655"/>
            <a:chOff x="7267575" y="571500"/>
            <a:chExt cx="1647825" cy="1182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9070B7-B908-45D2-353C-769FC5D01CB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23E792-4090-E347-C5E3-70A0039263B5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BD106F4-1EA2-C42D-C2DA-095B58115DDD}"/>
              </a:ext>
            </a:extLst>
          </p:cNvPr>
          <p:cNvSpPr/>
          <p:nvPr/>
        </p:nvSpPr>
        <p:spPr>
          <a:xfrm>
            <a:off x="2262384" y="1793810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B2E822-C2A0-2919-674B-E9B4F108418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29610" y="2081893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7B035-E607-BFC5-43CB-9DA1878BEA6E}"/>
              </a:ext>
            </a:extLst>
          </p:cNvPr>
          <p:cNvSpPr/>
          <p:nvPr/>
        </p:nvSpPr>
        <p:spPr>
          <a:xfrm>
            <a:off x="2259421" y="2551727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4893E-D44A-9F2E-ACA6-6E061293204E}"/>
              </a:ext>
            </a:extLst>
          </p:cNvPr>
          <p:cNvSpPr/>
          <p:nvPr/>
        </p:nvSpPr>
        <p:spPr>
          <a:xfrm>
            <a:off x="2256460" y="334210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B491F-59FC-9158-BF50-58BE7E00A609}"/>
              </a:ext>
            </a:extLst>
          </p:cNvPr>
          <p:cNvSpPr txBox="1"/>
          <p:nvPr/>
        </p:nvSpPr>
        <p:spPr>
          <a:xfrm>
            <a:off x="7708448" y="1775734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16F57-1ACD-1C94-0EFB-1D214F0BCA50}"/>
              </a:ext>
            </a:extLst>
          </p:cNvPr>
          <p:cNvSpPr txBox="1"/>
          <p:nvPr/>
        </p:nvSpPr>
        <p:spPr>
          <a:xfrm>
            <a:off x="7501521" y="2367061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6DCF93-412E-0F52-FE2A-C8CB2986F6C0}"/>
              </a:ext>
            </a:extLst>
          </p:cNvPr>
          <p:cNvCxnSpPr>
            <a:cxnSpLocks/>
          </p:cNvCxnSpPr>
          <p:nvPr/>
        </p:nvCxnSpPr>
        <p:spPr>
          <a:xfrm flipV="1">
            <a:off x="3629610" y="2350925"/>
            <a:ext cx="2435288" cy="401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DBDEEC-4D3D-5C6F-680C-8C5C1E7AAE76}"/>
              </a:ext>
            </a:extLst>
          </p:cNvPr>
          <p:cNvCxnSpPr>
            <a:cxnSpLocks/>
          </p:cNvCxnSpPr>
          <p:nvPr/>
        </p:nvCxnSpPr>
        <p:spPr>
          <a:xfrm flipV="1">
            <a:off x="4301412" y="2621902"/>
            <a:ext cx="1698172" cy="974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EAC02F-4A27-BDF6-FBFF-6C970F724457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Clear()</a:t>
            </a:r>
          </a:p>
        </p:txBody>
      </p:sp>
    </p:spTree>
    <p:extLst>
      <p:ext uri="{BB962C8B-B14F-4D97-AF65-F5344CB8AC3E}">
        <p14:creationId xmlns:p14="http://schemas.microsoft.com/office/powerpoint/2010/main" val="4191382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A63DC-DC00-656A-8372-89B86A7F3810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Push_back</a:t>
            </a:r>
            <a:r>
              <a:rPr lang="en-US" b="1" dirty="0"/>
              <a:t>(“apple”)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1623050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1846985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2135068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D97E2F-D604-0AD9-662C-0B6DB5787055}"/>
              </a:ext>
            </a:extLst>
          </p:cNvPr>
          <p:cNvSpPr/>
          <p:nvPr/>
        </p:nvSpPr>
        <p:spPr>
          <a:xfrm>
            <a:off x="509686" y="3634967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497925" y="2608894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1828909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2420236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5FC767-4821-45D7-4410-56197DE58F48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876912" y="3915857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42877" y="2404100"/>
            <a:ext cx="1668631" cy="492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B6A421-21AE-38BE-2A5C-312770A99B23}"/>
              </a:ext>
            </a:extLst>
          </p:cNvPr>
          <p:cNvGrpSpPr/>
          <p:nvPr/>
        </p:nvGrpSpPr>
        <p:grpSpPr>
          <a:xfrm>
            <a:off x="4497843" y="3245022"/>
            <a:ext cx="1647825" cy="1182655"/>
            <a:chOff x="7267575" y="571500"/>
            <a:chExt cx="1647825" cy="11826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720BF4-9B1E-900A-DB95-193BE5F104B3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86DE0B-DC57-6FE0-2BCE-0875301948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B0EBF1-96A7-BB77-729E-9EDD77D11F64}"/>
              </a:ext>
            </a:extLst>
          </p:cNvPr>
          <p:cNvSpPr txBox="1"/>
          <p:nvPr/>
        </p:nvSpPr>
        <p:spPr>
          <a:xfrm>
            <a:off x="5955750" y="3450881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76F10-11E3-ADDC-5095-7FFEBC24F115}"/>
              </a:ext>
            </a:extLst>
          </p:cNvPr>
          <p:cNvSpPr txBox="1"/>
          <p:nvPr/>
        </p:nvSpPr>
        <p:spPr>
          <a:xfrm>
            <a:off x="5748823" y="4042208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0457" y="2675077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9391FBD6-3792-CC83-D333-F1D4DD5FA0DE}"/>
              </a:ext>
            </a:extLst>
          </p:cNvPr>
          <p:cNvSpPr/>
          <p:nvPr/>
        </p:nvSpPr>
        <p:spPr>
          <a:xfrm flipH="1">
            <a:off x="7121978" y="3703301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29C907-C51F-2BA1-6BEE-D3BBAF758A37}"/>
              </a:ext>
            </a:extLst>
          </p:cNvPr>
          <p:cNvSpPr txBox="1"/>
          <p:nvPr/>
        </p:nvSpPr>
        <p:spPr>
          <a:xfrm>
            <a:off x="7709035" y="3564801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</p:spTree>
    <p:extLst>
      <p:ext uri="{BB962C8B-B14F-4D97-AF65-F5344CB8AC3E}">
        <p14:creationId xmlns:p14="http://schemas.microsoft.com/office/powerpoint/2010/main" val="205017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FCDC0-F610-48EB-171A-6D39C1B79B5C}"/>
              </a:ext>
            </a:extLst>
          </p:cNvPr>
          <p:cNvGrpSpPr/>
          <p:nvPr/>
        </p:nvGrpSpPr>
        <p:grpSpPr>
          <a:xfrm>
            <a:off x="4497843" y="826338"/>
            <a:ext cx="1647825" cy="1182655"/>
            <a:chOff x="7267575" y="571500"/>
            <a:chExt cx="1647825" cy="11826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FE61F-1644-333B-102B-3AEE787544C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“_SENTINEL_”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80A4FB-751E-AA24-418A-FB38CDADF35F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9CD74-3FB0-5455-E936-E4A3DB2EB4B0}"/>
              </a:ext>
            </a:extLst>
          </p:cNvPr>
          <p:cNvSpPr/>
          <p:nvPr/>
        </p:nvSpPr>
        <p:spPr>
          <a:xfrm>
            <a:off x="509686" y="1050273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488A9-01D9-FD5F-9D44-102408A5C01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6912" y="1338356"/>
            <a:ext cx="2435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8D1FA-51B1-BE3D-F146-A52B3E7F662D}"/>
              </a:ext>
            </a:extLst>
          </p:cNvPr>
          <p:cNvSpPr/>
          <p:nvPr/>
        </p:nvSpPr>
        <p:spPr>
          <a:xfrm>
            <a:off x="509686" y="1780876"/>
            <a:ext cx="2044952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dirty="0" err="1"/>
              <a:t>prev_to_current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0DDBFD-F127-8B12-A963-5433B3A6144C}"/>
              </a:ext>
            </a:extLst>
          </p:cNvPr>
          <p:cNvSpPr txBox="1"/>
          <p:nvPr/>
        </p:nvSpPr>
        <p:spPr>
          <a:xfrm>
            <a:off x="5955750" y="1032197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3A077-8BFC-63A1-ADD9-F24B7F51B7B7}"/>
              </a:ext>
            </a:extLst>
          </p:cNvPr>
          <p:cNvSpPr txBox="1"/>
          <p:nvPr/>
        </p:nvSpPr>
        <p:spPr>
          <a:xfrm>
            <a:off x="5748823" y="1623524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A66ED3-C7BD-1C6B-94C6-6042FBBCCBC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554638" y="1576082"/>
            <a:ext cx="1668631" cy="492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75ECD-5537-1748-23B9-8DC82149FDBD}"/>
              </a:ext>
            </a:extLst>
          </p:cNvPr>
          <p:cNvCxnSpPr/>
          <p:nvPr/>
        </p:nvCxnSpPr>
        <p:spPr>
          <a:xfrm>
            <a:off x="5290457" y="1878365"/>
            <a:ext cx="0" cy="50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7ADAC4E-2472-3605-7EDB-13FBB1383915}"/>
              </a:ext>
            </a:extLst>
          </p:cNvPr>
          <p:cNvSpPr/>
          <p:nvPr/>
        </p:nvSpPr>
        <p:spPr>
          <a:xfrm>
            <a:off x="531647" y="4674825"/>
            <a:ext cx="1367226" cy="576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_tail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E6D41C-C0E7-6D91-95D9-A1D4E9A7EBCB}"/>
              </a:ext>
            </a:extLst>
          </p:cNvPr>
          <p:cNvCxnSpPr>
            <a:cxnSpLocks/>
          </p:cNvCxnSpPr>
          <p:nvPr/>
        </p:nvCxnSpPr>
        <p:spPr>
          <a:xfrm flipV="1">
            <a:off x="1976340" y="5022093"/>
            <a:ext cx="2435288" cy="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D4B2C2-85BD-6807-EEDC-381D12CDCE1E}"/>
              </a:ext>
            </a:extLst>
          </p:cNvPr>
          <p:cNvGrpSpPr/>
          <p:nvPr/>
        </p:nvGrpSpPr>
        <p:grpSpPr>
          <a:xfrm>
            <a:off x="4486082" y="2487866"/>
            <a:ext cx="1647825" cy="1182655"/>
            <a:chOff x="7267575" y="571500"/>
            <a:chExt cx="1647825" cy="11826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C9215B-E463-DDB4-CAA9-967C49364735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“apple”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67CA94-D4A1-3D51-EA88-D12345155D22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7F6410F-650D-AECC-F68C-DADCF8F09E54}"/>
              </a:ext>
            </a:extLst>
          </p:cNvPr>
          <p:cNvSpPr txBox="1"/>
          <p:nvPr/>
        </p:nvSpPr>
        <p:spPr>
          <a:xfrm>
            <a:off x="5943989" y="2693725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55B2E-129B-DC56-C2E5-7382F0E94C38}"/>
              </a:ext>
            </a:extLst>
          </p:cNvPr>
          <p:cNvSpPr txBox="1"/>
          <p:nvPr/>
        </p:nvSpPr>
        <p:spPr>
          <a:xfrm>
            <a:off x="5737062" y="3285052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6E62B1-99C2-89F3-8775-E03554B0477C}"/>
              </a:ext>
            </a:extLst>
          </p:cNvPr>
          <p:cNvCxnSpPr>
            <a:cxnSpLocks/>
          </p:cNvCxnSpPr>
          <p:nvPr/>
        </p:nvCxnSpPr>
        <p:spPr>
          <a:xfrm>
            <a:off x="5246913" y="3429000"/>
            <a:ext cx="0" cy="940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3B88F3F-DDED-B5FA-A925-07CDE3CFEF85}"/>
              </a:ext>
            </a:extLst>
          </p:cNvPr>
          <p:cNvSpPr txBox="1"/>
          <p:nvPr/>
        </p:nvSpPr>
        <p:spPr>
          <a:xfrm>
            <a:off x="4301412" y="130811"/>
            <a:ext cx="34186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Push_back</a:t>
            </a:r>
            <a:r>
              <a:rPr lang="en-US" b="1" dirty="0"/>
              <a:t>(“banana”)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A2595C-0209-041C-DAAF-6B75D78A2607}"/>
              </a:ext>
            </a:extLst>
          </p:cNvPr>
          <p:cNvGrpSpPr/>
          <p:nvPr/>
        </p:nvGrpSpPr>
        <p:grpSpPr>
          <a:xfrm>
            <a:off x="4533901" y="4387718"/>
            <a:ext cx="1647825" cy="1182655"/>
            <a:chOff x="7267575" y="571500"/>
            <a:chExt cx="1647825" cy="118265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4047AA-826C-A08F-2C37-9C16F5DACAD8}"/>
                </a:ext>
              </a:extLst>
            </p:cNvPr>
            <p:cNvSpPr/>
            <p:nvPr/>
          </p:nvSpPr>
          <p:spPr>
            <a:xfrm>
              <a:off x="7267575" y="571500"/>
              <a:ext cx="1647825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“banana”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9FF6D69-9239-0EE2-9728-BB80066F4AA9}"/>
                </a:ext>
              </a:extLst>
            </p:cNvPr>
            <p:cNvSpPr/>
            <p:nvPr/>
          </p:nvSpPr>
          <p:spPr>
            <a:xfrm>
              <a:off x="7267575" y="1352550"/>
              <a:ext cx="1647825" cy="401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AC48988-7719-E234-E6EC-DE27E5237646}"/>
              </a:ext>
            </a:extLst>
          </p:cNvPr>
          <p:cNvSpPr txBox="1"/>
          <p:nvPr/>
        </p:nvSpPr>
        <p:spPr>
          <a:xfrm>
            <a:off x="5991808" y="4593577"/>
            <a:ext cx="123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1B1EE5-12F4-E052-6C21-EEB6632677A7}"/>
              </a:ext>
            </a:extLst>
          </p:cNvPr>
          <p:cNvSpPr txBox="1"/>
          <p:nvPr/>
        </p:nvSpPr>
        <p:spPr>
          <a:xfrm>
            <a:off x="5784881" y="5184904"/>
            <a:ext cx="164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95ABC5CD-F97C-5B33-8D2B-EBCD74F88296}"/>
              </a:ext>
            </a:extLst>
          </p:cNvPr>
          <p:cNvSpPr/>
          <p:nvPr/>
        </p:nvSpPr>
        <p:spPr>
          <a:xfrm flipH="1">
            <a:off x="7133053" y="2866482"/>
            <a:ext cx="342511" cy="3693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71425A-CB24-5DBC-EFCF-8A56A7A18E5D}"/>
              </a:ext>
            </a:extLst>
          </p:cNvPr>
          <p:cNvSpPr txBox="1"/>
          <p:nvPr/>
        </p:nvSpPr>
        <p:spPr>
          <a:xfrm>
            <a:off x="7720110" y="2727982"/>
            <a:ext cx="15208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current node</a:t>
            </a:r>
          </a:p>
        </p:txBody>
      </p:sp>
    </p:spTree>
    <p:extLst>
      <p:ext uri="{BB962C8B-B14F-4D97-AF65-F5344CB8AC3E}">
        <p14:creationId xmlns:p14="http://schemas.microsoft.com/office/powerpoint/2010/main" val="190544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381</Words>
  <Application>Microsoft Office PowerPoint</Application>
  <PresentationFormat>Widescreen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Qiongwen Zhu</dc:creator>
  <cp:lastModifiedBy>Qiongwen Zhu</cp:lastModifiedBy>
  <cp:revision>1</cp:revision>
  <dcterms:created xsi:type="dcterms:W3CDTF">2022-06-02T17:51:34Z</dcterms:created>
  <dcterms:modified xsi:type="dcterms:W3CDTF">2022-06-02T19:25:27Z</dcterms:modified>
</cp:coreProperties>
</file>